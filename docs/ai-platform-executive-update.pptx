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Tools</c:v>
                </c:pt>
              </c:strCache>
            </c:strRef>
          </c:tx>
          <c:spPr>
            <a:solidFill>
              <a:srgbClr val="E8B0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BrandGuard</c:v>
                  </c:pt>
                  <c:pt idx="1">
                    <c:v>AI Infra</c:v>
                  </c:pt>
                  <c:pt idx="2">
                    <c:v>AI Support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14</c:v>
                </c:pt>
                <c:pt idx="2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7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457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914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6" name="Shape 14"/>
          <p:cNvSpPr/>
          <p:nvPr/>
        </p:nvSpPr>
        <p:spPr>
          <a:xfrm>
            <a:off x="88696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56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3716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5" name="Shape 23"/>
          <p:cNvSpPr/>
          <p:nvPr/>
        </p:nvSpPr>
        <p:spPr>
          <a:xfrm>
            <a:off x="97840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556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12880" y="1828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Platform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68580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Integration Update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8580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multi-model AI agent platform — team-accessible, wired into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business systems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independently security-reviewed.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685800" y="5806440"/>
            <a:ext cx="2011680" cy="0"/>
          </a:xfrm>
          <a:prstGeom prst="line">
            <a:avLst/>
          </a:prstGeom>
          <a:noFill/>
          <a:ln w="25400">
            <a:solidFill>
              <a:srgbClr val="E8B0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Ernesto J. Pama Jr.   ·  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356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901952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098548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2938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self-hosted agent platform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313432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own infrastructure — sessions, models and data stay under our control.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953512"/>
            <a:ext cx="108356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78408" y="3072384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4" y="3268980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099816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Reachable by the team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965960" y="3483864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from the browser, from Discord chat, and programmatically over an API.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85800" y="4123944"/>
            <a:ext cx="108356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8408" y="4242816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443941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270248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Wired into our systems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965960" y="4654296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marketing governance, infrastructure and support operations.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85800" y="5294376"/>
            <a:ext cx="108356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8408" y="5413248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" y="5609844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544068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Security-reviewed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1965960" y="5824728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multi-agent review found no high- or medium-severity issues.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controllable AI capability, not a black box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3545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own the deployment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51560" y="2971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our infrastructure; no third party holds the keys to our sessions or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48840"/>
            <a:ext cx="822960" cy="822960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3545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locked to one vendor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583680" y="2971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providers behind one interface — choose the right model per task.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8580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297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45034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251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team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051560" y="5120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service reachable by many people, not a single person’s laptop.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97680"/>
            <a:ext cx="822960" cy="822960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5034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251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 by design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6583680" y="5120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systems plug in as modules without rebuilding the platform.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the team reaches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2402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618" y="25017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381304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browser workspace — start sessions, watch tools run, review results.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2402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38" y="250179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63440" y="381304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and steer agents from a Discord channel, approvals answered from a phone.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9244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9740" y="22402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258" y="250179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366760" y="381304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programmatic HTTP surface so our own tools and scripts can run agents.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85800" y="4892040"/>
            <a:ext cx="10835640" cy="1051560"/>
          </a:xfrm>
          <a:prstGeom prst="roundRect">
            <a:avLst>
              <a:gd name="adj" fmla="val 7826"/>
            </a:avLst>
          </a:prstGeom>
          <a:solidFill>
            <a:srgbClr val="11204A"/>
          </a:solidFill>
          <a:ln/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69848" y="5029200"/>
            <a:ext cx="786384" cy="786384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5225796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57400" y="5029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without exposure.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reaches out to an authenticated gateway — no inbound ports are opened on our network.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Flexibility and cost control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766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02536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2199132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208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to DeepSeek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920240" y="24048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path — straight to the provider, no middle layer.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3081528"/>
            <a:ext cx="6766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3209544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3406140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2278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existing subscriptions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92024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and Codex plans we already pay for become model routes — no per-token markup.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4288536"/>
            <a:ext cx="6766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976" y="4416552"/>
            <a:ext cx="786384" cy="7863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4613148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434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consolidation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920240" y="48188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can front all traffic for one bill and one usage view when we want it.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818120" y="1874520"/>
            <a:ext cx="3703320" cy="3465576"/>
          </a:xfrm>
          <a:prstGeom prst="roundRect">
            <a:avLst>
              <a:gd name="adj" fmla="val 2375"/>
            </a:avLst>
          </a:prstGeom>
          <a:solidFill>
            <a:srgbClr val="1E2761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18120" y="1874520"/>
            <a:ext cx="3703320" cy="3465576"/>
          </a:xfrm>
          <a:prstGeom prst="roundRect">
            <a:avLst>
              <a:gd name="adj" fmla="val 2375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208008" y="2240280"/>
            <a:ext cx="914400" cy="914400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4688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01000" y="3337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failover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8138160" y="38404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model is unavailable, the platform moves to a backup route mid-task — the user is never blocked.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to how we actually work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 the agent can call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22376" y="3364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3506724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42900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governance  </a:t>
            </a:r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BrandGuard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22376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05536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97764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operations  </a:t>
            </a:r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Infra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22376" y="44622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460400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52628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queue  </a:t>
            </a:r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Support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22376" y="5010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5152644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07492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generation  </a:t>
            </a:r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Video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22376" y="5559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5701284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56235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  </a:t>
            </a:r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GitHub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5943600" y="1783080"/>
            <a:ext cx="55778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per connected system</a:t>
            </a:r>
            <a:endParaRPr lang="en-US" sz="16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126480" y="251460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in the spotlight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350215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057400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244852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21408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83080" y="237744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systems as tools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3145536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BrandGuard, AI Infra and AI Support plug in as 59 tools the agent can call.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810512"/>
            <a:ext cx="350215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57400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244852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2121408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58968" y="237744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agents from chat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81728" y="3145536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steer and approve work from a Discord channel on any device — no VPN.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37576" y="1810512"/>
            <a:ext cx="350215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057400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2244852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34856" y="2121408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BYTEPLUS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34856" y="237744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on demand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57616" y="3145536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generates video through BytePlus ModelArk, saved into the workspace.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85800" y="4114800"/>
            <a:ext cx="350215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9264" y="4361688"/>
            <a:ext cx="749808" cy="749808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" y="4549140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4425696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783080" y="4681728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providers at once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005840" y="5449824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DeepSeek, Claude and Codex run side by side with automatic failover.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61688" y="4114800"/>
            <a:ext cx="350215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4361688"/>
            <a:ext cx="749808" cy="749808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04" y="4549140"/>
            <a:ext cx="374904" cy="374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58968" y="4425696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58968" y="4681728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project spaces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681728" y="5449824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checkout mounts as its own workspace with separate context.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037576" y="4114800"/>
            <a:ext cx="350215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4361688"/>
            <a:ext cx="749808" cy="749808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492" y="4549140"/>
            <a:ext cx="374904" cy="37490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34856" y="4425696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9134856" y="4681728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Contained by design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357616" y="5449824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in a container that fences what it can reach on the host.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Reviewed, and honest about the edges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840480" cy="397764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3840480" cy="397764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080260" y="2263140"/>
            <a:ext cx="1051560" cy="1051560"/>
          </a:xfrm>
          <a:prstGeom prst="ellipse">
            <a:avLst/>
          </a:prstGeom>
          <a:solidFill>
            <a:srgbClr val="2E9E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2526030"/>
            <a:ext cx="525780" cy="525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83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 or medium-severity findings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0584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multi-agent review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0" y="1828800"/>
            <a:ext cx="6492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02936" y="2002536"/>
            <a:ext cx="566928" cy="566928"/>
          </a:xfrm>
          <a:prstGeom prst="ellipse">
            <a:avLst/>
          </a:prstGeom>
          <a:solidFill>
            <a:srgbClr val="2E9E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68" y="214426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97880" y="20482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in place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897880" y="2487168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bound to loopback; browser trust fence on the API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Key-based authentication available for programmatic access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held in a managed store — never in code or logs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3931920"/>
            <a:ext cx="6492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02936" y="4105656"/>
            <a:ext cx="566928" cy="566928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424738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97880" y="41513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items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897880" y="4590288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relies on an external login gate (Cloudflare Access)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third-party plugin and gateway image versions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two live integration credentials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B2450"/>
          </a:solidFill>
          <a:ln w="9525">
            <a:solidFill>
              <a:srgbClr val="2C37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21992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143000" y="3246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of platform &amp; integration work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B2450"/>
          </a:solidFill>
          <a:ln w="9525">
            <a:solidFill>
              <a:srgbClr val="2C3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21992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720840" y="3246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 across 3 connected systems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B2450"/>
          </a:solidFill>
          <a:ln w="9525">
            <a:solidFill>
              <a:srgbClr val="2C37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16552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143000" y="54406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from multiple providers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41605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B2450"/>
          </a:solidFill>
          <a:ln w="9525">
            <a:solidFill>
              <a:srgbClr val="2C37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416552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720840" y="54406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the team can reach the platform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need a call from leadership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5681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billing model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623560" y="1956816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all AI traffic through one gateway for a single bill, or keep providers direct?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2004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5409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access control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23560" y="3054096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external login gate on the public URL is enforced and owned.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976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97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1513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Supply-chain hardening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623560" y="4151376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pinning third-party plugin and image versions before wider rollout.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512064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394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394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24865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hygiene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623560" y="5248656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two live integration tokens and set a renewal cadence.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Harden, expand, govern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308860"/>
            <a:ext cx="960120" cy="960120"/>
          </a:xfrm>
          <a:prstGeom prst="ellipse">
            <a:avLst/>
          </a:prstGeom>
          <a:solidFill>
            <a:srgbClr val="E8B0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5192" y="2568092"/>
            <a:ext cx="441655" cy="4416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38862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versions, rotate credentials, confirm access controls.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3088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12" y="2568092"/>
            <a:ext cx="441655" cy="4416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09160" y="38862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more of the team; connect further business systems.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2440" y="19202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72600" y="23088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832" y="2568092"/>
            <a:ext cx="441655" cy="4416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12480" y="388620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cost monitoring; a formal review cadence.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54864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50292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6" name="Shape 14"/>
          <p:cNvSpPr/>
          <p:nvPr/>
        </p:nvSpPr>
        <p:spPr>
          <a:xfrm>
            <a:off x="88696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56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45720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5" name="Shape 23"/>
          <p:cNvSpPr/>
          <p:nvPr/>
        </p:nvSpPr>
        <p:spPr>
          <a:xfrm>
            <a:off x="97840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556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12880" y="4114800"/>
            <a:ext cx="73152" cy="73152"/>
          </a:xfrm>
          <a:prstGeom prst="ellipse">
            <a:avLst/>
          </a:prstGeom>
          <a:solidFill>
            <a:srgbClr val="34418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platform, ready to scale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85800" y="38862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multi-model, team-accessible and integrated with our systems — reviewed and running today. The open decisions are about scale and governance, not viability.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5800" y="5212080"/>
            <a:ext cx="2011680" cy="0"/>
          </a:xfrm>
          <a:prstGeom prst="line">
            <a:avLst/>
          </a:prstGeom>
          <a:noFill/>
          <a:ln w="25400">
            <a:solidFill>
              <a:srgbClr val="E8B0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Platform — Executive Update</dc:title>
  <dc:subject>PptxGenJS Presentation</dc:subject>
  <dc:creator>Ernesto J. Pama Jr.</dc:creator>
  <cp:lastModifiedBy>Ernesto J. Pama Jr.</cp:lastModifiedBy>
  <cp:revision>1</cp:revision>
  <dcterms:created xsi:type="dcterms:W3CDTF">2026-09-11T01:13:35Z</dcterms:created>
  <dcterms:modified xsi:type="dcterms:W3CDTF">2026-09-11T01:13:35Z</dcterms:modified>
</cp:coreProperties>
</file>